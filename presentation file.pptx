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panose="020F0502020204030204" pitchFamily="34" charset="0"/>
      <p:regular r:id="rId13"/>
      <p:bold r:id="rId14"/>
      <p:italic r:id="rId15"/>
      <p:boldItalic r:id="rId16"/>
    </p:embeddedFont>
    <p:embeddedFont>
      <p:font typeface="Poppins" panose="020B0502040204020203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BDE0C1-F865-4C55-999A-34B7FAFB4A0F}">
  <a:tblStyle styleId="{B7BDE0C1-F865-4C55-999A-34B7FAFB4A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238250"/>
            <a:ext cx="1160145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Smart Traffic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25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 Violation Detection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" y="3676650"/>
            <a:ext cx="1143000" cy="95250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00525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Autonomous AI Framework for Urban Road Safety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2197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Proposed Conceptual Idea &amp; Technical Requirements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0750"/>
            <a:ext cx="5286375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90750"/>
            <a:ext cx="5286375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52673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We propose a shift from reactive human monitoring to proactive AI-driven automation.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57250" y="316230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Human Limitations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57250" y="3438525"/>
            <a:ext cx="471487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traffic monitoring depends almost entirely on physical presence of officers. This model fails to scale across vast city networks, especially during late hours or extreme weather.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19875" y="316230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Deterrence Failure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19875" y="3438525"/>
            <a:ext cx="4714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Because the risk of being caught is low, dangerous habits—like signal jumping and riding without helmets—become normalized, leading to preventable accidents.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5527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19875" y="25527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Problem: Manual Enforcement Gap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1400" y="2024062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024062"/>
            <a:ext cx="666083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Proposed Idea Overview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300287"/>
            <a:ext cx="63436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Our concept transforms existing CCTV infrastructure into an intelligent, autonomous enforcement network. The system is designed to watch live feeds and flag violations automatically.</a:t>
            </a:r>
            <a:endParaRPr/>
          </a:p>
        </p:txBody>
      </p:sp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91400" y="2024062"/>
            <a:ext cx="42291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838200" y="334803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52500" y="3348037"/>
            <a:ext cx="5962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Modular Pipeline: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Splitting the workload into specialized models for higher reliability.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38200" y="4062412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062412"/>
            <a:ext cx="5962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Continuous Operation: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Round-the-clock monitoring without fatigue or bias.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38200" y="4776787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52500" y="4776787"/>
            <a:ext cx="59626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Integrated Evidence: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Automatic logging of plate numbers, violation types, and timestamps.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Solution: Active Surveillance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90775"/>
            <a:ext cx="3492549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857250" y="3362325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Isolated Inference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57250" y="3638550"/>
            <a:ext cx="292104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 using separate models for helmets, signals, and occupancy, we can refine individual components without rebuilding the entire system core.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35549" y="3362325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Optimized Execution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5549" y="3638550"/>
            <a:ext cx="292104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proposed framework utilizes ONNX for CPU-optimized inference, ensuring it can run on existing smart-city hardware infrastructure.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13849" y="3362325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Logic Reliability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13849" y="3638550"/>
            <a:ext cx="29210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Rule-based cross-validation (e.g., checking light color against vehicle movement) ensures detections are logically sound before logging.</a:t>
            </a:r>
            <a:endParaRPr/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27527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549" y="27527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849" y="27527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Proposed Modular Architecture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33612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33612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33612"/>
            <a:ext cx="3492549" cy="33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45049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23349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66750" y="4567237"/>
            <a:ext cx="346715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Rider Compliance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6750" y="4843462"/>
            <a:ext cx="3302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Detecting helmet usage and passenger count on motorcycles.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445049" y="4567237"/>
            <a:ext cx="346715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Signal &amp; Scene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445049" y="4843462"/>
            <a:ext cx="3302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Classifying traffic light states and identifying lane regions.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223349" y="4567237"/>
            <a:ext cx="346715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Identification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223349" y="4843462"/>
            <a:ext cx="3302049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Localizing license plates and extracting alphanumeric text via OCR.</a:t>
            </a:r>
            <a:endParaRPr/>
          </a:p>
        </p:txBody>
      </p:sp>
      <p:pic>
        <p:nvPicPr>
          <p:cNvPr id="158" name="Google Shape;158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750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45049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223349" y="2328862"/>
            <a:ext cx="33020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Core Detection Components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809750" y="4433887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system continuously processes incoming frames, maintaining vehicle IDs via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ByteTrack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to ensure violations are linked to the correct vehicle over time.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The Envisioned Processing Flow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19"/>
          <p:cNvGraphicFramePr/>
          <p:nvPr/>
        </p:nvGraphicFramePr>
        <p:xfrm>
          <a:off x="571500" y="2019300"/>
          <a:ext cx="11049000" cy="3819475"/>
        </p:xfrm>
        <a:graphic>
          <a:graphicData uri="http://schemas.openxmlformats.org/drawingml/2006/table">
            <a:tbl>
              <a:tblPr firstRow="1" bandRow="1">
                <a:noFill/>
                <a:tableStyleId>{B7BDE0C1-F865-4C55-999A-34B7FAFB4A0F}</a:tableStyleId>
              </a:tblPr>
              <a:tblGrid>
                <a:gridCol w="2525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Proposed Technology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Role in the Idea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Webcam 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OpenCV (cv2)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ingestion of live camera feeds.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Inference Engine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ONNX Runtime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Executing neural networks efficiently on CPUs.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 Recognition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PaddleOCR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Reading alphanumeric license plate characters.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Backend Threading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FastAPI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Managing the background video processing loop.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Tracking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ByteTrack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Maintaining vehicle identities across video frames.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8" name="Google Shape;178;p19"/>
          <p:cNvSpPr/>
          <p:nvPr/>
        </p:nvSpPr>
        <p:spPr>
          <a:xfrm>
            <a:off x="571500" y="3271837"/>
            <a:ext cx="2525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3096517" y="3271837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880199" y="3271837"/>
            <a:ext cx="5740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1500" y="3910012"/>
            <a:ext cx="2525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3096517" y="3910012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880199" y="3910012"/>
            <a:ext cx="5740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4548187"/>
            <a:ext cx="2525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096517" y="4548187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880199" y="4548187"/>
            <a:ext cx="5740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1500" y="5186362"/>
            <a:ext cx="2525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096517" y="5186362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880199" y="5186362"/>
            <a:ext cx="5740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71500" y="5824537"/>
            <a:ext cx="25250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096517" y="5824537"/>
            <a:ext cx="27836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880199" y="5824537"/>
            <a:ext cx="57403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What We Need: Technology Stack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9687" y="20240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334125" y="2331987"/>
            <a:ext cx="5550693" cy="33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Diverse Visual Data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34125" y="2666404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High-resolution images of Indian urban junctions featuring motorcycles, rickshaws, and multi-class vehicles.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34125" y="3476029"/>
            <a:ext cx="5550693" cy="33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Environmental Variance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334125" y="3810446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Datasets captured during night-time, rain, and foggy conditions to ensure year-round reliability.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34125" y="4620071"/>
            <a:ext cx="5550693" cy="33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4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Annotated Evidence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334125" y="4954488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Precisely labeled helmet-compliant vs. non-compliant riders and regional license plate font variations.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What We Need: Dataset Strategy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1595437" y="1900237"/>
            <a:ext cx="900112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002147"/>
                </a:solidFill>
                <a:latin typeface="Poppins"/>
                <a:ea typeface="Poppins"/>
                <a:cs typeface="Poppins"/>
                <a:sym typeface="Poppins"/>
              </a:rPr>
              <a:t>Vision for Scalability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1809750" y="2909887"/>
            <a:ext cx="85725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proposed modular framework is designed for integration into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Centralized Command Centers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By processing feeds in parallel, the system can monitor entire metropolitan sectors, feeding real-time violation logs into a unified administrative dashboard for traffic authorities.</a:t>
            </a:r>
            <a:endParaRPr/>
          </a:p>
        </p:txBody>
      </p:sp>
      <p:pic>
        <p:nvPicPr>
          <p:cNvPr id="217" name="Google Shape;2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3012" y="4633912"/>
            <a:ext cx="2085975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295275" y="1562100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524500" y="3371850"/>
            <a:ext cx="1143000" cy="571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38100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Smart Traffic Violation Detection System Design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8958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Autonomous Urban Safety Proposal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</Words>
  <Application>Microsoft Office PowerPoint</Application>
  <PresentationFormat>Widescreen</PresentationFormat>
  <Paragraphs>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Poppins</vt:lpstr>
      <vt:lpstr>Lato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Hemanth Ganesh Villuri</cp:lastModifiedBy>
  <cp:revision>1</cp:revision>
  <dcterms:modified xsi:type="dcterms:W3CDTF">2026-06-21T11:30:31Z</dcterms:modified>
</cp:coreProperties>
</file>